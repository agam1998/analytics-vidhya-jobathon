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264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A1C40-A619-4522-B4D1-F10F0945DDFD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1A66D-2607-4D87-94D8-647386403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77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31A66D-2607-4D87-94D8-647386403A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5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7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62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1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2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8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60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9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48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98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7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4048E-B4B9-4035-998A-3002664E47E8}" type="datetimeFigureOut">
              <a:rPr lang="en-US" smtClean="0"/>
              <a:t>6/5/2022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CB88E-E29E-4921-889F-9898105D6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9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946"/>
            <a:ext cx="9144000" cy="76739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Approach Document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Submitted By-</a:t>
            </a:r>
          </a:p>
          <a:p>
            <a:r>
              <a:rPr lang="en-US" dirty="0" smtClean="0"/>
              <a:t>AGAM KUMAR</a:t>
            </a:r>
            <a:endParaRPr lang="en-US" dirty="0" smtClean="0"/>
          </a:p>
          <a:p>
            <a:r>
              <a:rPr lang="en-US" dirty="0" smtClean="0"/>
              <a:t>agamkumar19989@gmail</a:t>
            </a:r>
            <a:r>
              <a:rPr lang="en-US" dirty="0" smtClean="0"/>
              <a:t>.com</a:t>
            </a:r>
            <a:endParaRPr lang="en-US" dirty="0" smtClean="0"/>
          </a:p>
          <a:p>
            <a:r>
              <a:rPr lang="en-US" dirty="0" smtClean="0"/>
              <a:t>+</a:t>
            </a:r>
            <a:r>
              <a:rPr lang="en-US" dirty="0" smtClean="0"/>
              <a:t>91-9497126701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30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Data </a:t>
            </a:r>
            <a:r>
              <a:rPr lang="en-US" sz="2400" dirty="0" smtClean="0"/>
              <a:t>Cleaning &amp; Exploration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000" dirty="0"/>
              <a:t>D</a:t>
            </a:r>
            <a:r>
              <a:rPr lang="en-US" sz="2000" dirty="0" smtClean="0"/>
              <a:t>eal </a:t>
            </a:r>
            <a:r>
              <a:rPr lang="en-US" sz="2000" dirty="0"/>
              <a:t>with missing </a:t>
            </a:r>
            <a:r>
              <a:rPr lang="en-US" sz="2000" dirty="0" smtClean="0"/>
              <a:t>values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000" dirty="0" smtClean="0"/>
              <a:t>Data </a:t>
            </a:r>
            <a:r>
              <a:rPr lang="en-US" sz="2000" dirty="0"/>
              <a:t>type </a:t>
            </a:r>
            <a:r>
              <a:rPr lang="en-US" sz="2000" dirty="0" smtClean="0"/>
              <a:t>exploration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000" dirty="0" smtClean="0"/>
              <a:t>Dealing with date by splitting it into individual date, month and year values.</a:t>
            </a:r>
            <a:endParaRPr lang="en-US" sz="2000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sz="2000" dirty="0"/>
              <a:t>Feature </a:t>
            </a:r>
            <a:r>
              <a:rPr lang="en-US" sz="2000" dirty="0" smtClean="0"/>
              <a:t>Selection – not needed for </a:t>
            </a:r>
            <a:r>
              <a:rPr lang="en-US" sz="2000" dirty="0" err="1" smtClean="0"/>
              <a:t>xgboost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sz="2000" dirty="0" smtClean="0"/>
              <a:t>Creatin</a:t>
            </a:r>
            <a:r>
              <a:rPr lang="en-US" sz="2000" dirty="0" smtClean="0"/>
              <a:t>g d</a:t>
            </a:r>
            <a:r>
              <a:rPr lang="en-US" sz="2000" dirty="0" smtClean="0"/>
              <a:t>istribution graphs by replacing missing values with NA and creating new category</a:t>
            </a:r>
            <a:endParaRPr lang="en-US" sz="2000" dirty="0" smtClean="0"/>
          </a:p>
          <a:p>
            <a:pPr marL="971550" lvl="1" indent="-514350">
              <a:buFont typeface="+mj-lt"/>
              <a:buAutoNum type="alphaLcParenR"/>
            </a:pPr>
            <a:r>
              <a:rPr lang="en-US" sz="2000" dirty="0"/>
              <a:t>Checked F1 score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000" dirty="0"/>
              <a:t>Visualize data to help detect relevant relationships between </a:t>
            </a:r>
            <a:r>
              <a:rPr lang="en-US" sz="2000" dirty="0" smtClean="0"/>
              <a:t>variables</a:t>
            </a: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Training the model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000" dirty="0" smtClean="0"/>
              <a:t>Train/</a:t>
            </a:r>
            <a:r>
              <a:rPr lang="en-US" sz="2000" dirty="0" err="1" smtClean="0"/>
              <a:t>val</a:t>
            </a:r>
            <a:r>
              <a:rPr lang="en-US" sz="2000" dirty="0" smtClean="0"/>
              <a:t> split in </a:t>
            </a:r>
            <a:r>
              <a:rPr lang="en-US" sz="2000" dirty="0" smtClean="0"/>
              <a:t>75/25 </a:t>
            </a:r>
            <a:r>
              <a:rPr lang="en-US" sz="2000" dirty="0" smtClean="0"/>
              <a:t>ratio.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2000" dirty="0" smtClean="0"/>
              <a:t>Boosting </a:t>
            </a:r>
            <a:r>
              <a:rPr lang="en-US" sz="2000" dirty="0" smtClean="0"/>
              <a:t>models </a:t>
            </a:r>
            <a:r>
              <a:rPr lang="en-US" sz="2000" dirty="0" err="1" smtClean="0"/>
              <a:t>xgbClassifier</a:t>
            </a:r>
            <a:r>
              <a:rPr lang="en-US" sz="2000" dirty="0" smtClean="0"/>
              <a:t>() </a:t>
            </a:r>
            <a:r>
              <a:rPr lang="en-US" sz="2000" dirty="0" smtClean="0"/>
              <a:t>is</a:t>
            </a:r>
            <a:r>
              <a:rPr lang="en-US" sz="2000" dirty="0" smtClean="0"/>
              <a:t> </a:t>
            </a:r>
            <a:r>
              <a:rPr lang="en-US" sz="2000" dirty="0" smtClean="0"/>
              <a:t>used.</a:t>
            </a:r>
          </a:p>
          <a:p>
            <a:pPr marL="971550" lvl="1" indent="-514350">
              <a:buFont typeface="+mj-lt"/>
              <a:buAutoNum type="alphaLcParenR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2400" dirty="0" smtClean="0"/>
              <a:t>Model Evaluation &amp; Prediction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000" dirty="0" err="1"/>
              <a:t>xgbClassifier</a:t>
            </a:r>
            <a:r>
              <a:rPr lang="en-US" sz="2000" dirty="0"/>
              <a:t>() is </a:t>
            </a:r>
            <a:r>
              <a:rPr lang="en-US" sz="2000" dirty="0" smtClean="0"/>
              <a:t>finalized.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000" dirty="0" smtClean="0"/>
              <a:t>Hyper parameter </a:t>
            </a:r>
            <a:r>
              <a:rPr lang="en-US" sz="2000" dirty="0" smtClean="0"/>
              <a:t>Tuning done using </a:t>
            </a:r>
            <a:r>
              <a:rPr lang="en-US" sz="2000" dirty="0" err="1" smtClean="0"/>
              <a:t>gridsearchCV</a:t>
            </a:r>
            <a:r>
              <a:rPr lang="en-US" sz="2000" dirty="0" smtClean="0"/>
              <a:t> with various parameter values</a:t>
            </a:r>
            <a:endParaRPr lang="en-US" sz="2000" dirty="0" smtClean="0"/>
          </a:p>
          <a:p>
            <a:pPr marL="971550" lvl="1" indent="-514350">
              <a:buFont typeface="+mj-lt"/>
              <a:buAutoNum type="alphaLcPeriod"/>
            </a:pPr>
            <a:r>
              <a:rPr lang="en-US" sz="2000" dirty="0" smtClean="0"/>
              <a:t>Train model on </a:t>
            </a:r>
            <a:r>
              <a:rPr lang="en-US" sz="2000" dirty="0" smtClean="0"/>
              <a:t>provided data</a:t>
            </a:r>
            <a:endParaRPr lang="en-US" sz="2000" dirty="0" smtClean="0"/>
          </a:p>
          <a:p>
            <a:pPr marL="971550" lvl="1" indent="-514350">
              <a:buFont typeface="+mj-lt"/>
              <a:buAutoNum type="alphaLcPeriod"/>
            </a:pPr>
            <a:endParaRPr lang="en-US" sz="2000" dirty="0" smtClean="0"/>
          </a:p>
          <a:p>
            <a:pPr marL="971550" lvl="1" indent="-514350">
              <a:buFont typeface="+mj-lt"/>
              <a:buAutoNum type="alphaLcPeriod"/>
            </a:pPr>
            <a:endParaRPr lang="en-US" sz="2000" dirty="0" smtClean="0"/>
          </a:p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endParaRPr lang="en-US" sz="2400" dirty="0" smtClean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93919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Scope: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More </a:t>
            </a:r>
            <a:r>
              <a:rPr lang="en-US" dirty="0" smtClean="0"/>
              <a:t>hyper-parameter tuning can be tried.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Deep Learning model results can also be compared</a:t>
            </a:r>
            <a:r>
              <a:rPr lang="en-US" dirty="0" smtClean="0"/>
              <a:t>.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 smtClean="0"/>
              <a:t>Other boosting models such as </a:t>
            </a:r>
            <a:r>
              <a:rPr lang="en-US" dirty="0" err="1" smtClean="0"/>
              <a:t>catboost</a:t>
            </a:r>
            <a:r>
              <a:rPr lang="en-US" dirty="0" smtClean="0"/>
              <a:t> and </a:t>
            </a:r>
            <a:r>
              <a:rPr lang="en-US" dirty="0" err="1" smtClean="0"/>
              <a:t>adaboost</a:t>
            </a:r>
            <a:r>
              <a:rPr lang="en-US" dirty="0" smtClean="0"/>
              <a:t> can also be used.</a:t>
            </a: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endParaRPr lang="en-US" dirty="0" smtClean="0"/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485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142</Words>
  <Application>Microsoft Office PowerPoint</Application>
  <PresentationFormat>Widescreen</PresentationFormat>
  <Paragraphs>31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Approach Document</vt:lpstr>
      <vt:lpstr>Approach</vt:lpstr>
      <vt:lpstr>Future Scope: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Divyansh Dubey</dc:creator>
  <cp:lastModifiedBy>Akshansh Gupta</cp:lastModifiedBy>
  <cp:revision>19</cp:revision>
  <dcterms:created xsi:type="dcterms:W3CDTF">2021-02-25T19:04:35Z</dcterms:created>
  <dcterms:modified xsi:type="dcterms:W3CDTF">2022-06-05T15:49:30Z</dcterms:modified>
</cp:coreProperties>
</file>